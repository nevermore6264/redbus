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Áp dụng AI vào vòng đời phần mềm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  <a:latin typeface="Segoe UI"/>
              </a:defRPr>
            </a:pPr>
            <a:r>
              <a:t>GitHub Copilot Enterprise · Claude for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Segoe UI"/>
              </a:defRPr>
            </a:pPr>
            <a:r>
              <a:t>Case study: Hệ thống RedBus (Spring Boot + React)</a:t>
            </a:r>
          </a:p>
          <a:p/>
          <a:p>
            <a:r>
              <a:t>Người trình bày: _______________    Ngày: _______________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144000" cy="13716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Mục tiêu buổi trình bày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So sánh Copilot Enterprise và Claude Enterprise cho team dev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Ưu / nhược điểm có dẫn chứng (nghiên cứu + doanh nghiệp quốc tế)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Tác động lên phát triển · bảo trì · vận hành (có AI vs không AI)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Giảm nguồn lực ở bước nào trong SDLC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Chi phí đầu tư và khung tính ROI gợi ý cho RedBus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Bối cảnh dự án RedBus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Hạng mục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Công nghệ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Java 17, Spring Boot 3, MyBatis, JWT, MySQL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Vite, React 19, TypeScript, Axios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Phạm 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Đặt vé, thanh toán, quản trị tuyến/xe, mail, bảo mật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Vì sao phù hợp thí điểm AI: codebase có pattern lặp (CRUD, DTO, mapper, trang admin), tài liệu API,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AI trong SDLC: không thay dev, mà gia tốc dev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Yêu cầu → Thiết kế → Mã hóa → Review/Test → Triển khai → Vận hành/Bảo trì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AI hỗ trợ mạnh tại: Mã hóa, Review/Test, Vận hành (draft runbook, phân tích log)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Nguyên tắc: AI là trợ lý — con người chịu trách nhiệm kiến trúc, bảo mật và chất lượng cuối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Hai hướng công cụ doanh nghiệp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Tiêu chí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Copilot Enterprise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Claude Enterprise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Điểm mạnh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GitHub, IDE, PR, agent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LLM mạnh, context dài, Claude Code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IDE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VS Code, JetBrains, VS, Neovim…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Web, desktop, Claude Code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Phù hợp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Team GitHub Enterprise, PR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Refactor lớn, phân tích tài liệu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Giá (2025–26)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$39/user/tháng (+ GHEC)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$20/seat/tháng + usage token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Nguồn: docs.github.com/copilot · claude.com/pricing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Chi phí đầu tư (TCO) — License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Công cụ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Đơn giá (USD)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Ghi chú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Copilot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$19/user/tháng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Org GitHub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Copilot Enterprise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$39/user/tháng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Audit, policy; cần GHEC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Claude Team 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$20/seat/tháng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SSO, admin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Claude Team Premium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$100/seat/tháng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5× usage, Claude Code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Claude 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$20/seat +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SCIM, audit, compliance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Chi phí đầu tư — Ẩn &amp; ví dụ 5 dev/năm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Ẩn: GitHub Enterprise Cloud, đào tạo 2–5 ngày công, governance (policy, SAST)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Từ 6/2026: Copilot chuyển AI Credits theo token — cần theo dõi usage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Copilot Enterprise × 5: ≈ $2,340/năm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Claude Enterprise × 5 (seat only): $1,200/năm + usage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Claude Premium ×2 + Standard ×3: ≈ $3,120/năm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Usage Claude heavy: có thể thêm $50–200/user/tháng — đặt spend cap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Ưu điểm (dẫn chứng quốc tế)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Ưu điểm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Dẫn chứng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Nguồn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Code/docs nhanh ~50%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Doc −50%, code mới ~−50%, refactor ~−35%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McKinsey 2023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Onboard codebase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+25% tốc độ dev (engineer mới)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Duolingo / GitHub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Chất lượng cảm nhận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55% nhanh hơn, 39% chất lượng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Thomson Reuters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Junior được lợi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Productivity gain lớn nhất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CACM 2024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Quy mô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20,000+ org, ~30% accept suggestion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GitHub blog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Văn hóa dev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Copilot = chuẩn engineering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Shopify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Nhược điểm &amp; rủi ro (dẫn chứng)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Nhược điểm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Dẫn chứng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Nguồn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Code không an toàn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~2/3 LLM sai hoặc có lỗ hổng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SecurityWeek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Technical debt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Debt tăng nếu thiếu oversight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MIT Sloan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Task phức tạp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Tiết kiệm &lt;10%; junior chậm 7–10%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McKinsey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Metric ≠ cảm nhận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Không thấy đổi commit activity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NAV IT / arXiv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Shadow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~50% dùng tool không duyệt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SecurityWeek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Sự cố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~1/5 org gặp sự cố AI code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SecurityWeek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Kết luận: Review bắt buộc + test + SAST — không merge AI-first, human-never.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So sánh vòng đời: CÓ AI vs KHÔNG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Giai đoạn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Không AI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Có AI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Phát triển mới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Viết tay CRUD,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Sinh DTO, mapper,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−30% đến −55%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Bảo trì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Đọc code, trace log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Explain, đề xuất patch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−20% đến −40%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Vận hành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Runbook thủ công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Draft runbook, postmortem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−15% đến −30%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Onboarding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2–4 tuần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AI theo module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Duolingo +25%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Nợ kỹ thuật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Tích lũy chậm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Nhanh hơn nếu thiếu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+10–15% 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RedBus: ví dụ CÓ 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Tình huống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Với AI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Giảm effort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API CRUD tuyến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Prompt từ entity, chỉnh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40–60%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Form đặt vé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Generate từ OpenAPI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30–50%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Unit test đặt vé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Skeleton + edge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~50%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Email template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Draft nội dung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25–40%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SQL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Đề xuất từ query MyBatis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20–30%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Code review PR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Summarize diff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15–25%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RedBus: KHÔNG nên phụ thuộc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Luồng thanh toán &amp; trạng thái vé — race condition, idempotency → thiết kế + test tay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JWT, phân quyền admin/staff — AI yếu security context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Giá vé, khuyến mãi, ghế đã đặt — logic nghiệp vụ VN → spec + integration test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Schema production — không apply migration AI mà không qua DBA/review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Giảm nguồn lực ở bước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Giảm mạnh (40–60%): Boilerplate BE/FE, test skeleton, docs/README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Giảm vừa (20–40%): Bugfix nhỏ, refactor, CI/Dockerfile draft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Giảm thấp / tăng review: Kiến trúc, security, performance production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Vai trò dev dịch chuyển: từ gõ code → định nghĩa yêu cầu, review, kiểm thử, vận hành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Ma trận chọn công cụ cho RedBus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Tiêu chí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GitHub PR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✓✓✓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IntelliJ + VS Code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✓✓✓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Refactor đa file /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✓✓✓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Compliance SCIM/audit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✓✓✓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Budget cố định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Gợi ý: Pilot Copilot cho daily coding + Claude Premium 1–2 seat cho architect/lead.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Case study quốc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Duolingo (Mỹ): +25% dev speed, PR +70%, review −67% — AI + GitHub stack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Shopify (Canada): Copilot = văn hóa engineering — cần champion + metric adoption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Thomson Reuters: 55% faster, 39% code quality — pattern lặp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Accenture / Mercedes-Benz: scale trong regulated — governance + training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NAV IT (Na Uy): không thấy cải thiện commit rõ — đo cycle time, defect, MTTR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KPI pilot RedBus (8–12 tuần)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Cách đo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Mục tiêu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Cycle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Jira / GitHub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−15%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PR review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GitHub Insights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−20%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Defect sau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Bug 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Không tăng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Traceability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Label ai-assisted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100% PR 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% dev active ≥3 ngày/tuần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≥ 80%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SAST trên PR 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0 critical merge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Governance tối thiểu (doanh nghiệp)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Policy: Không paste secret, PII, contract vào prompt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Bắt buộc: Human review + test trước merge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Chỉ license công cụ được IT duyệt (chặn shadow AI)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Đào tạo: Workshop 4h — prompt, review AI code, security checklist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Không dùng tài khoản cá nhân cho code công 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Lộ trình triển khai (RedBus)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Tuần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Hoạt động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Pilot 2 BE + 2 FE, license, policy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3–6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Sprint thật: quản trị tuyến, API đặt vé — KPI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7–8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Retro ROI, security review, quyết định scale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9+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Rollout + đào tạo + CI SAST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Quick win: CRUD admin, test skeleton, tài liệu OpenAPI.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ROI đơn giản (ví dụ 5 dev)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Hạng mục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Giá trị/năm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Capacity tiết kiệm (20% coding = 4% tổng)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≈ $4,800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Copilot Enterprise × 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$2,340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Đào tạo (một lần)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$1,500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ROI năm 1 (ước)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+$960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Giả định: 5 dev, $2,000/tháng quy đổi. Chưa kể time-to-market.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Kết luận cho leadership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Không AI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Có AI (kiểm soát)</a:t>
                      </a:r>
                    </a:p>
                  </a:txBody>
                  <a:tcPr>
                    <a:solidFill>
                      <a:srgbClr val="D42B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Tốc độ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Chậm hơn đối thủ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Cạnh tranh tốt hơn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Rủi ro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Thấp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Bảo mật &amp; tech debt nếu thiếu governance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Chi phí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Chỉ lương 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+$2k–5k/năm (5 dev) + đào tạo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Khuyến nghị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  <a:latin typeface="Segoe UI"/>
                        </a:defRPr>
                      </a:pPr>
                      <a:r>
                        <a:t>Pilot 8 tuần, Copilot hoặc hybrid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  <a:latin typeface="Segoe UI"/>
              </a:defRPr>
            </a:pPr>
            <a:r>
              <a:t>AI thu hẹp việc lặp — team tập trung nghiệp vụ RedBus (vé, ghế, thanh toán).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4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Q&amp;A &amp; Tài liệu tham khảo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McKinsey — Unleashing developer productivity with generative AI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GitHub — Economic impact of AI-powered developer lifecycle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Duolingo — github.com/customer-stories/duolingo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MIT Sloan — Hidden costs of coding with generative AI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Claude Enterprise — anthropic.com/product/enterprise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GitHub Copilot plans — docs.github.com/copilot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Segoe UI"/>
              </a:defRPr>
            </a:pPr>
            <a:r>
              <a:t>Liên hệ pilot: 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